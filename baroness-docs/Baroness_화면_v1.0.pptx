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8" r:id="rId3"/>
    <p:sldId id="274" r:id="rId4"/>
    <p:sldId id="287" r:id="rId5"/>
    <p:sldId id="302" r:id="rId6"/>
    <p:sldId id="299" r:id="rId7"/>
    <p:sldId id="297" r:id="rId8"/>
    <p:sldId id="301" r:id="rId9"/>
    <p:sldId id="300" r:id="rId10"/>
    <p:sldId id="303" r:id="rId11"/>
    <p:sldId id="304" r:id="rId12"/>
    <p:sldId id="305" r:id="rId13"/>
    <p:sldId id="306" r:id="rId14"/>
    <p:sldId id="307" r:id="rId15"/>
    <p:sldId id="298" r:id="rId16"/>
    <p:sldId id="308" r:id="rId17"/>
    <p:sldId id="293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8" r:id="rId27"/>
    <p:sldId id="317" r:id="rId28"/>
    <p:sldId id="319" r:id="rId29"/>
    <p:sldId id="295" r:id="rId30"/>
    <p:sldId id="320" r:id="rId31"/>
    <p:sldId id="321" r:id="rId32"/>
    <p:sldId id="322" r:id="rId33"/>
    <p:sldId id="323" r:id="rId34"/>
    <p:sldId id="324" r:id="rId35"/>
    <p:sldId id="326" r:id="rId36"/>
    <p:sldId id="327" r:id="rId37"/>
    <p:sldId id="328" r:id="rId38"/>
    <p:sldId id="257" r:id="rId39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88EA"/>
    <a:srgbClr val="54ACF5"/>
    <a:srgbClr val="AB77DF"/>
    <a:srgbClr val="F5F5F5"/>
    <a:srgbClr val="9F63DA"/>
    <a:srgbClr val="704C94"/>
    <a:srgbClr val="BE96E6"/>
    <a:srgbClr val="FB4032"/>
    <a:srgbClr val="FF7F75"/>
    <a:srgbClr val="AA6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1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568" y="192"/>
      </p:cViewPr>
      <p:guideLst>
        <p:guide orient="horz" pos="2137"/>
        <p:guide pos="3120"/>
        <p:guide orient="horz" pos="4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53E20E-2878-480C-97A0-746E94D8358C}" type="datetimeFigureOut">
              <a:rPr lang="ko-KR" altLang="en-US" smtClean="0"/>
              <a:t>2026. 7. 30.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3A17F-DC09-4CB6-9650-CF70AA268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33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E0703-C4F1-B02B-043F-1A5B217BF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E9E1A0-BDD0-602A-A500-06FD2DC58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F0C555-5DB9-51B0-AAD1-C62AD90F3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90839-BDC8-8954-D9B3-F9D6B008CB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3A17F-DC09-4CB6-9650-CF70AA2686E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448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511F0-D642-A36C-7A5A-41DE7D723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9068D3-8911-7A13-3430-C20C62E58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30A293-EE9B-1C6E-4BE9-BDB3F89E0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762E3B-D97F-9209-6C8C-C79D443AD3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3A17F-DC09-4CB6-9650-CF70AA2686E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54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24CE6-28E1-B072-5206-C9394385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487422-CDC7-2E8A-16C8-72135C873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B5CDA7-FB3B-C600-E0A0-C331D0B9C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94BCB1-9C8A-D800-A3D8-BE733DB5B7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3A17F-DC09-4CB6-9650-CF70AA2686E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79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3A17F-DC09-4CB6-9650-CF70AA2686E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916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4489" y="2023533"/>
            <a:ext cx="5328178" cy="281093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400" spc="100" baseline="0">
                <a:solidFill>
                  <a:srgbClr val="1488EA"/>
                </a:solidFill>
              </a:defRPr>
            </a:lvl1pPr>
          </a:lstStyle>
          <a:p>
            <a:r>
              <a:rPr lang="ko-KR" altLang="en-US" dirty="0"/>
              <a:t>프레젠테이션의</a:t>
            </a:r>
            <a:br>
              <a:rPr lang="en-US" altLang="ko-KR" dirty="0"/>
            </a:br>
            <a:r>
              <a:rPr lang="ko-KR" altLang="en-US" dirty="0"/>
              <a:t>제목을</a:t>
            </a:r>
            <a:br>
              <a:rPr lang="en-US" altLang="ko-KR" dirty="0"/>
            </a:br>
            <a:r>
              <a:rPr lang="ko-KR" altLang="en-US" dirty="0"/>
              <a:t>입력 해 주세요</a:t>
            </a: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430" y="444500"/>
            <a:ext cx="1471083" cy="536892"/>
          </a:xfrm>
          <a:prstGeom prst="rect">
            <a:avLst/>
          </a:prstGeom>
        </p:spPr>
      </p:pic>
      <p:sp>
        <p:nvSpPr>
          <p:cNvPr id="5" name="내용 개체 틀 4"/>
          <p:cNvSpPr>
            <a:spLocks noGrp="1"/>
          </p:cNvSpPr>
          <p:nvPr>
            <p:ph sz="quarter" idx="10" hasCustomPrompt="1"/>
          </p:nvPr>
        </p:nvSpPr>
        <p:spPr>
          <a:xfrm>
            <a:off x="344488" y="4613009"/>
            <a:ext cx="5345112" cy="881063"/>
          </a:xfrm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800" spc="-1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부제목 혹은 날짜를 입력해주세요</a:t>
            </a:r>
          </a:p>
        </p:txBody>
      </p:sp>
    </p:spTree>
    <p:extLst>
      <p:ext uri="{BB962C8B-B14F-4D97-AF65-F5344CB8AC3E}">
        <p14:creationId xmlns:p14="http://schemas.microsoft.com/office/powerpoint/2010/main" val="1001221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44488" y="1160463"/>
            <a:ext cx="6075362" cy="617537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344488" y="2151064"/>
            <a:ext cx="9217025" cy="4135436"/>
          </a:xfrm>
        </p:spPr>
        <p:txBody>
          <a:bodyPr>
            <a:noAutofit/>
          </a:bodyPr>
          <a:lstStyle>
            <a:lvl1pPr marL="457200" indent="-457200" algn="l">
              <a:lnSpc>
                <a:spcPts val="2400"/>
              </a:lnSpc>
              <a:buClr>
                <a:schemeClr val="accent1"/>
              </a:buClr>
              <a:buFont typeface="+mj-lt"/>
              <a:buAutoNum type="arabicPeriod"/>
              <a:defRPr sz="2000" b="1"/>
            </a:lvl1pPr>
            <a:lvl2pPr marL="800100" indent="-342900" algn="l">
              <a:lnSpc>
                <a:spcPts val="2400"/>
              </a:lnSpc>
              <a:buClr>
                <a:schemeClr val="accent1"/>
              </a:buClr>
              <a:buFont typeface="+mj-lt"/>
              <a:buAutoNum type="arabicPeriod"/>
              <a:defRPr sz="1800"/>
            </a:lvl2pPr>
            <a:lvl3pPr marL="1143000" indent="-228600" algn="l">
              <a:lnSpc>
                <a:spcPts val="2400"/>
              </a:lnSpc>
              <a:buClr>
                <a:schemeClr val="accent1"/>
              </a:buClr>
              <a:buFont typeface="Wide Latin" panose="020A0A07050505020404" pitchFamily="18" charset="0"/>
              <a:buChar char="–"/>
              <a:defRPr sz="1800"/>
            </a:lvl3pPr>
            <a:lvl4pPr marL="1600200" indent="-228600" algn="l">
              <a:lnSpc>
                <a:spcPts val="2400"/>
              </a:lnSpc>
              <a:buClr>
                <a:schemeClr val="accent1"/>
              </a:buClr>
              <a:buFont typeface="Wide Latin" panose="020A0A07050505020404" pitchFamily="18" charset="0"/>
              <a:buChar char="–"/>
              <a:defRPr sz="1600"/>
            </a:lvl4pPr>
            <a:lvl5pPr marL="2057400" indent="-228600" algn="l">
              <a:lnSpc>
                <a:spcPts val="2400"/>
              </a:lnSpc>
              <a:buClr>
                <a:schemeClr val="accent1"/>
              </a:buClr>
              <a:buFont typeface="Wide Latin" panose="020A0A07050505020404" pitchFamily="18" charset="0"/>
              <a:buChar char="–"/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9" name="직사각형 8"/>
          <p:cNvSpPr/>
          <p:nvPr userDrawn="1"/>
        </p:nvSpPr>
        <p:spPr>
          <a:xfrm>
            <a:off x="0" y="6492875"/>
            <a:ext cx="9906000" cy="365125"/>
          </a:xfrm>
          <a:prstGeom prst="rect">
            <a:avLst/>
          </a:prstGeom>
          <a:solidFill>
            <a:schemeClr val="tx1">
              <a:lumMod val="20000"/>
              <a:lumOff val="8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44488" y="6492875"/>
            <a:ext cx="3343275" cy="365125"/>
          </a:xfrm>
          <a:prstGeom prst="rect">
            <a:avLst/>
          </a:prstGeom>
        </p:spPr>
        <p:txBody>
          <a:bodyPr lIns="0" tIns="126000"/>
          <a:lstStyle>
            <a:lvl1pPr algn="l">
              <a:defRPr sz="900"/>
            </a:lvl1pPr>
          </a:lstStyle>
          <a:p>
            <a:r>
              <a:rPr lang="ko-KR" altLang="en-US" dirty="0"/>
              <a:t>프레젠테이션 타이틀 입력</a:t>
            </a:r>
          </a:p>
        </p:txBody>
      </p:sp>
    </p:spTree>
    <p:extLst>
      <p:ext uri="{BB962C8B-B14F-4D97-AF65-F5344CB8AC3E}">
        <p14:creationId xmlns:p14="http://schemas.microsoft.com/office/powerpoint/2010/main" val="2971716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1862667"/>
            <a:ext cx="8543925" cy="1247776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3137432"/>
            <a:ext cx="8543925" cy="54133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0" y="6492875"/>
            <a:ext cx="9906000" cy="365125"/>
          </a:xfrm>
          <a:prstGeom prst="rect">
            <a:avLst/>
          </a:prstGeom>
          <a:solidFill>
            <a:schemeClr val="tx1">
              <a:lumMod val="20000"/>
              <a:lumOff val="8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44488" y="6492875"/>
            <a:ext cx="3343275" cy="365125"/>
          </a:xfrm>
          <a:prstGeom prst="rect">
            <a:avLst/>
          </a:prstGeom>
        </p:spPr>
        <p:txBody>
          <a:bodyPr lIns="0" tIns="126000"/>
          <a:lstStyle>
            <a:lvl1pPr algn="l">
              <a:defRPr sz="900"/>
            </a:lvl1pPr>
          </a:lstStyle>
          <a:p>
            <a:r>
              <a:rPr lang="ko-KR" altLang="en-US" dirty="0"/>
              <a:t>프레젠테이션 타이틀 입력</a:t>
            </a:r>
          </a:p>
        </p:txBody>
      </p:sp>
    </p:spTree>
    <p:extLst>
      <p:ext uri="{BB962C8B-B14F-4D97-AF65-F5344CB8AC3E}">
        <p14:creationId xmlns:p14="http://schemas.microsoft.com/office/powerpoint/2010/main" val="2648329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6492875"/>
            <a:ext cx="9906000" cy="365125"/>
          </a:xfrm>
          <a:prstGeom prst="rect">
            <a:avLst/>
          </a:prstGeom>
          <a:solidFill>
            <a:schemeClr val="tx1">
              <a:lumMod val="20000"/>
              <a:lumOff val="8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512505"/>
            <a:ext cx="9217025" cy="63525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4488" y="1270000"/>
            <a:ext cx="9217025" cy="4906963"/>
          </a:xfrm>
        </p:spPr>
        <p:txBody>
          <a:bodyPr>
            <a:normAutofit/>
          </a:bodyPr>
          <a:lstStyle>
            <a:lvl1pPr marL="228600" indent="-288000" algn="l">
              <a:lnSpc>
                <a:spcPct val="100000"/>
              </a:lnSpc>
              <a:buClr>
                <a:schemeClr val="accent1"/>
              </a:buClr>
              <a:buFont typeface="맑은 고딕" panose="020B0503020000020004" pitchFamily="50" charset="-127"/>
              <a:buChar char="―"/>
              <a:defRPr sz="2000" baseline="0"/>
            </a:lvl1pPr>
            <a:lvl2pPr marL="685800" indent="-288000" algn="l">
              <a:lnSpc>
                <a:spcPct val="100000"/>
              </a:lnSpc>
              <a:buClr>
                <a:schemeClr val="accent1"/>
              </a:buClr>
              <a:buFont typeface="맑은 고딕" panose="020B0503020000020004" pitchFamily="50" charset="-127"/>
              <a:buChar char="―"/>
              <a:defRPr sz="1800" baseline="0"/>
            </a:lvl2pPr>
            <a:lvl3pPr marL="1143000" indent="-288000" algn="l">
              <a:lnSpc>
                <a:spcPct val="100000"/>
              </a:lnSpc>
              <a:buClr>
                <a:schemeClr val="accent1"/>
              </a:buClr>
              <a:buFont typeface="맑은 고딕" panose="020B0503020000020004" pitchFamily="50" charset="-127"/>
              <a:buChar char="―"/>
              <a:defRPr sz="1600" baseline="0"/>
            </a:lvl3pPr>
            <a:lvl4pPr marL="1600200" indent="-288000" algn="l">
              <a:lnSpc>
                <a:spcPct val="100000"/>
              </a:lnSpc>
              <a:buClr>
                <a:schemeClr val="accent1"/>
              </a:buClr>
              <a:buFont typeface="맑은 고딕" panose="020B0503020000020004" pitchFamily="50" charset="-127"/>
              <a:buChar char="―"/>
              <a:defRPr sz="1400" baseline="0"/>
            </a:lvl4pPr>
            <a:lvl5pPr marL="2057400" indent="-288000" algn="l">
              <a:lnSpc>
                <a:spcPct val="100000"/>
              </a:lnSpc>
              <a:buClr>
                <a:schemeClr val="accent1"/>
              </a:buClr>
              <a:buFont typeface="맑은 고딕" panose="020B0503020000020004" pitchFamily="50" charset="-127"/>
              <a:buChar char="―"/>
              <a:defRPr sz="1400" baseline="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44488" y="6492875"/>
            <a:ext cx="3343275" cy="365125"/>
          </a:xfrm>
          <a:prstGeom prst="rect">
            <a:avLst/>
          </a:prstGeom>
        </p:spPr>
        <p:txBody>
          <a:bodyPr lIns="0" tIns="126000"/>
          <a:lstStyle>
            <a:lvl1pPr algn="l">
              <a:defRPr sz="900"/>
            </a:lvl1pPr>
          </a:lstStyle>
          <a:p>
            <a:r>
              <a:rPr lang="ko-KR" altLang="en-US" dirty="0"/>
              <a:t>프레젠테이션 타이틀 입력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332663" y="6492875"/>
            <a:ext cx="2228850" cy="365125"/>
          </a:xfrm>
          <a:prstGeom prst="rect">
            <a:avLst/>
          </a:prstGeom>
        </p:spPr>
        <p:txBody>
          <a:bodyPr lIns="0" tIns="126000" rIns="0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FAAC4CC-FA40-49E2-BC46-CD2F77884EC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 hasCustomPrompt="1"/>
          </p:nvPr>
        </p:nvSpPr>
        <p:spPr>
          <a:xfrm>
            <a:off x="344488" y="253047"/>
            <a:ext cx="5505450" cy="32015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섹션명을</a:t>
            </a:r>
            <a:r>
              <a:rPr lang="ko-KR" altLang="en-US" dirty="0"/>
              <a:t> 입력 해 주세요</a:t>
            </a:r>
          </a:p>
        </p:txBody>
      </p:sp>
    </p:spTree>
    <p:extLst>
      <p:ext uri="{BB962C8B-B14F-4D97-AF65-F5344CB8AC3E}">
        <p14:creationId xmlns:p14="http://schemas.microsoft.com/office/powerpoint/2010/main" val="3743674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17" userDrawn="1">
          <p15:clr>
            <a:srgbClr val="FBAE40"/>
          </p15:clr>
        </p15:guide>
        <p15:guide id="4" pos="602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4488" y="1270000"/>
            <a:ext cx="4546600" cy="4906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4913" y="1463675"/>
            <a:ext cx="4546600" cy="4454644"/>
          </a:xfrm>
        </p:spPr>
        <p:txBody>
          <a:bodyPr anchor="b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0" y="6492875"/>
            <a:ext cx="9906000" cy="365125"/>
          </a:xfrm>
          <a:prstGeom prst="rect">
            <a:avLst/>
          </a:prstGeom>
          <a:solidFill>
            <a:schemeClr val="tx1">
              <a:lumMod val="20000"/>
              <a:lumOff val="8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44488" y="6492875"/>
            <a:ext cx="3343275" cy="365125"/>
          </a:xfrm>
          <a:prstGeom prst="rect">
            <a:avLst/>
          </a:prstGeom>
        </p:spPr>
        <p:txBody>
          <a:bodyPr lIns="0" tIns="126000"/>
          <a:lstStyle>
            <a:lvl1pPr algn="l">
              <a:defRPr sz="900"/>
            </a:lvl1pPr>
          </a:lstStyle>
          <a:p>
            <a:r>
              <a:rPr lang="ko-KR" altLang="en-US" dirty="0"/>
              <a:t>프레젠테이션 타이틀 입력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332663" y="6492875"/>
            <a:ext cx="2228850" cy="365125"/>
          </a:xfrm>
          <a:prstGeom prst="rect">
            <a:avLst/>
          </a:prstGeom>
        </p:spPr>
        <p:txBody>
          <a:bodyPr lIns="0" tIns="126000" rIns="0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FAAC4CC-FA40-49E2-BC46-CD2F77884EC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344488" y="512505"/>
            <a:ext cx="9217025" cy="63525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내용 개체 틀 10"/>
          <p:cNvSpPr>
            <a:spLocks noGrp="1"/>
          </p:cNvSpPr>
          <p:nvPr>
            <p:ph sz="quarter" idx="13" hasCustomPrompt="1"/>
          </p:nvPr>
        </p:nvSpPr>
        <p:spPr>
          <a:xfrm>
            <a:off x="344488" y="253047"/>
            <a:ext cx="5505450" cy="32015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섹션명을</a:t>
            </a:r>
            <a:r>
              <a:rPr lang="ko-KR" altLang="en-US" dirty="0"/>
              <a:t> 입력 해 주세요</a:t>
            </a:r>
          </a:p>
        </p:txBody>
      </p:sp>
    </p:spTree>
    <p:extLst>
      <p:ext uri="{BB962C8B-B14F-4D97-AF65-F5344CB8AC3E}">
        <p14:creationId xmlns:p14="http://schemas.microsoft.com/office/powerpoint/2010/main" val="920635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6492875"/>
            <a:ext cx="9906000" cy="365125"/>
          </a:xfrm>
          <a:prstGeom prst="rect">
            <a:avLst/>
          </a:prstGeom>
          <a:solidFill>
            <a:schemeClr val="tx1">
              <a:lumMod val="20000"/>
              <a:lumOff val="8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44488" y="6492875"/>
            <a:ext cx="3343275" cy="365125"/>
          </a:xfrm>
          <a:prstGeom prst="rect">
            <a:avLst/>
          </a:prstGeom>
        </p:spPr>
        <p:txBody>
          <a:bodyPr lIns="0" tIns="126000"/>
          <a:lstStyle>
            <a:lvl1pPr algn="l">
              <a:defRPr sz="900"/>
            </a:lvl1pPr>
          </a:lstStyle>
          <a:p>
            <a:r>
              <a:rPr lang="ko-KR" altLang="en-US" dirty="0"/>
              <a:t>프레젠테이션 타이틀 입력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332663" y="6492875"/>
            <a:ext cx="2228850" cy="365125"/>
          </a:xfrm>
          <a:prstGeom prst="rect">
            <a:avLst/>
          </a:prstGeom>
        </p:spPr>
        <p:txBody>
          <a:bodyPr lIns="0" tIns="126000" rIns="0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FAAC4CC-FA40-49E2-BC46-CD2F77884EC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344488" y="512505"/>
            <a:ext cx="9217025" cy="63525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10"/>
          <p:cNvSpPr>
            <a:spLocks noGrp="1"/>
          </p:cNvSpPr>
          <p:nvPr>
            <p:ph sz="quarter" idx="13" hasCustomPrompt="1"/>
          </p:nvPr>
        </p:nvSpPr>
        <p:spPr>
          <a:xfrm>
            <a:off x="344488" y="253047"/>
            <a:ext cx="5505450" cy="32015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섹션명을</a:t>
            </a:r>
            <a:r>
              <a:rPr lang="ko-KR" altLang="en-US" dirty="0"/>
              <a:t> 입력 해 주세요</a:t>
            </a:r>
          </a:p>
        </p:txBody>
      </p:sp>
    </p:spTree>
    <p:extLst>
      <p:ext uri="{BB962C8B-B14F-4D97-AF65-F5344CB8AC3E}">
        <p14:creationId xmlns:p14="http://schemas.microsoft.com/office/powerpoint/2010/main" val="2150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6492875"/>
            <a:ext cx="9906000" cy="365125"/>
          </a:xfrm>
          <a:prstGeom prst="rect">
            <a:avLst/>
          </a:prstGeom>
          <a:solidFill>
            <a:schemeClr val="tx1">
              <a:lumMod val="20000"/>
              <a:lumOff val="8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44488" y="6492875"/>
            <a:ext cx="3343275" cy="365125"/>
          </a:xfrm>
          <a:prstGeom prst="rect">
            <a:avLst/>
          </a:prstGeom>
        </p:spPr>
        <p:txBody>
          <a:bodyPr lIns="0" tIns="126000"/>
          <a:lstStyle>
            <a:lvl1pPr algn="l">
              <a:defRPr sz="900"/>
            </a:lvl1pPr>
          </a:lstStyle>
          <a:p>
            <a:r>
              <a:rPr lang="ko-KR" altLang="en-US" dirty="0"/>
              <a:t>프레젠테이션 타이틀 입력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332663" y="6492875"/>
            <a:ext cx="2228850" cy="365125"/>
          </a:xfrm>
          <a:prstGeom prst="rect">
            <a:avLst/>
          </a:prstGeom>
        </p:spPr>
        <p:txBody>
          <a:bodyPr lIns="0" tIns="126000" rIns="0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FAAC4CC-FA40-49E2-BC46-CD2F77884EC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3013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막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5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508001"/>
            <a:ext cx="9218613" cy="622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1282700"/>
            <a:ext cx="9218613" cy="4894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9669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49" r:id="rId2"/>
    <p:sldLayoutId id="2147483651" r:id="rId3"/>
    <p:sldLayoutId id="2147483650" r:id="rId4"/>
    <p:sldLayoutId id="2147483652" r:id="rId5"/>
    <p:sldLayoutId id="2147483654" r:id="rId6"/>
    <p:sldLayoutId id="2147483655" r:id="rId7"/>
    <p:sldLayoutId id="2147483660" r:id="rId8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 spc="-1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88000" algn="l" defTabSz="914400" rtl="0" eaLnBrk="1" latinLnBrk="1" hangingPunct="1">
        <a:lnSpc>
          <a:spcPct val="100000"/>
        </a:lnSpc>
        <a:spcBef>
          <a:spcPts val="1000"/>
        </a:spcBef>
        <a:buClr>
          <a:schemeClr val="accent2"/>
        </a:buClr>
        <a:buFont typeface="맑은 고딕" panose="020B0503020000020004" pitchFamily="50" charset="-127"/>
        <a:buChar char="―"/>
        <a:defRPr sz="2000" kern="1200" spc="-1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88000" algn="l" defTabSz="914400" rtl="0" eaLnBrk="1" latinLnBrk="1" hangingPunct="1">
        <a:lnSpc>
          <a:spcPct val="100000"/>
        </a:lnSpc>
        <a:spcBef>
          <a:spcPts val="500"/>
        </a:spcBef>
        <a:buClr>
          <a:schemeClr val="accent2"/>
        </a:buClr>
        <a:buFont typeface="맑은 고딕" panose="020B0503020000020004" pitchFamily="50" charset="-127"/>
        <a:buChar char="―"/>
        <a:defRPr sz="1800" kern="1200" spc="-1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8000" algn="l" defTabSz="914400" rtl="0" eaLnBrk="1" latinLnBrk="1" hangingPunct="1">
        <a:lnSpc>
          <a:spcPct val="100000"/>
        </a:lnSpc>
        <a:spcBef>
          <a:spcPts val="500"/>
        </a:spcBef>
        <a:buClr>
          <a:schemeClr val="accent2"/>
        </a:buClr>
        <a:buFont typeface="맑은 고딕" panose="020B0503020000020004" pitchFamily="50" charset="-127"/>
        <a:buChar char="―"/>
        <a:defRPr sz="1600" kern="1200" spc="-1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8000" algn="l" defTabSz="914400" rtl="0" eaLnBrk="1" latinLnBrk="1" hangingPunct="1">
        <a:lnSpc>
          <a:spcPct val="100000"/>
        </a:lnSpc>
        <a:spcBef>
          <a:spcPts val="500"/>
        </a:spcBef>
        <a:buClr>
          <a:schemeClr val="accent2"/>
        </a:buClr>
        <a:buFont typeface="맑은 고딕" panose="020B0503020000020004" pitchFamily="50" charset="-127"/>
        <a:buChar char="―"/>
        <a:defRPr sz="1400" kern="1200" spc="-1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8000" algn="l" defTabSz="914400" rtl="0" eaLnBrk="1" latinLnBrk="1" hangingPunct="1">
        <a:lnSpc>
          <a:spcPct val="100000"/>
        </a:lnSpc>
        <a:spcBef>
          <a:spcPts val="500"/>
        </a:spcBef>
        <a:buClr>
          <a:schemeClr val="accent2"/>
        </a:buClr>
        <a:buFont typeface="맑은 고딕" panose="020B0503020000020004" pitchFamily="50" charset="-127"/>
        <a:buChar char="―"/>
        <a:defRPr sz="1400" kern="1200" spc="-1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  <p15:guide id="3" pos="217" userDrawn="1">
          <p15:clr>
            <a:srgbClr val="F26B43"/>
          </p15:clr>
        </p15:guide>
        <p15:guide id="4" pos="6023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8"/>
          <a:stretch/>
        </p:blipFill>
        <p:spPr>
          <a:xfrm>
            <a:off x="0" y="1295400"/>
            <a:ext cx="9906000" cy="55626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9"/>
          <a:stretch/>
        </p:blipFill>
        <p:spPr>
          <a:xfrm>
            <a:off x="0" y="1278466"/>
            <a:ext cx="9906000" cy="570541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2092325"/>
            <a:ext cx="5689599" cy="2810933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BARONESS</a:t>
            </a:r>
            <a:r>
              <a:rPr lang="ko-KR" altLang="en-US" dirty="0">
                <a:solidFill>
                  <a:schemeClr val="bg1"/>
                </a:solidFill>
              </a:rPr>
              <a:t> 화면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344488" y="4681801"/>
            <a:ext cx="5345112" cy="88106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2026</a:t>
            </a:r>
            <a:r>
              <a:rPr lang="ko-KR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년 </a:t>
            </a:r>
            <a:r>
              <a:rPr lang="en-US" altLang="ko-K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7</a:t>
            </a:r>
            <a:r>
              <a:rPr lang="ko-KR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월 </a:t>
            </a:r>
            <a:r>
              <a:rPr lang="en-US" altLang="ko-K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일 </a:t>
            </a:r>
            <a:r>
              <a:rPr lang="en-US" altLang="ko-K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(v1.0)</a:t>
            </a:r>
          </a:p>
        </p:txBody>
      </p:sp>
    </p:spTree>
    <p:extLst>
      <p:ext uri="{BB962C8B-B14F-4D97-AF65-F5344CB8AC3E}">
        <p14:creationId xmlns:p14="http://schemas.microsoft.com/office/powerpoint/2010/main" val="434664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344488" y="751900"/>
            <a:ext cx="6075362" cy="61753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655771" y="1830047"/>
            <a:ext cx="9217025" cy="4135436"/>
          </a:xfrm>
        </p:spPr>
        <p:txBody>
          <a:bodyPr/>
          <a:lstStyle/>
          <a:p>
            <a:r>
              <a:rPr lang="ko-KR" altLang="en-US" dirty="0"/>
              <a:t>대시보드</a:t>
            </a:r>
            <a:endParaRPr lang="en-US" altLang="ko-KR" dirty="0"/>
          </a:p>
          <a:p>
            <a:r>
              <a:rPr lang="ko-KR" altLang="en-US" dirty="0"/>
              <a:t>차량 데이터</a:t>
            </a:r>
            <a:endParaRPr lang="en-US" altLang="ko-KR" dirty="0"/>
          </a:p>
          <a:p>
            <a:r>
              <a:rPr lang="ko-KR" altLang="en-US" dirty="0"/>
              <a:t>경고 목록</a:t>
            </a:r>
            <a:endParaRPr lang="en-US" altLang="ko-KR" dirty="0"/>
          </a:p>
          <a:p>
            <a:r>
              <a:rPr lang="ko-KR" altLang="en-US" dirty="0"/>
              <a:t>설정 관리</a:t>
            </a:r>
            <a:endParaRPr lang="en-US" altLang="ko-KR" dirty="0"/>
          </a:p>
          <a:p>
            <a:pPr lvl="1"/>
            <a:r>
              <a:rPr lang="ko-KR" altLang="en-US" dirty="0"/>
              <a:t>차량 관리</a:t>
            </a:r>
            <a:endParaRPr lang="en-US" altLang="ko-KR" dirty="0"/>
          </a:p>
          <a:p>
            <a:pPr lvl="1"/>
            <a:r>
              <a:rPr lang="ko-KR" altLang="en-US" dirty="0"/>
              <a:t>차량 권한 관리</a:t>
            </a:r>
            <a:endParaRPr lang="en-US" altLang="ko-KR" dirty="0"/>
          </a:p>
          <a:p>
            <a:pPr lvl="1"/>
            <a:r>
              <a:rPr lang="ko-KR" altLang="en-US" dirty="0"/>
              <a:t>예외 차량 관리</a:t>
            </a:r>
            <a:endParaRPr lang="en-US" altLang="ko-KR" dirty="0"/>
          </a:p>
          <a:p>
            <a:pPr lvl="1"/>
            <a:r>
              <a:rPr lang="ko-KR" altLang="en-US" dirty="0"/>
              <a:t>사양 관리</a:t>
            </a:r>
            <a:endParaRPr lang="en-US" altLang="ko-KR" dirty="0"/>
          </a:p>
          <a:p>
            <a:pPr lvl="1"/>
            <a:r>
              <a:rPr lang="ko-KR" altLang="en-US" dirty="0"/>
              <a:t>데이터 관리</a:t>
            </a:r>
            <a:endParaRPr lang="en-US" altLang="ko-KR" dirty="0"/>
          </a:p>
          <a:p>
            <a:pPr lvl="1"/>
            <a:r>
              <a:rPr lang="ko-KR" altLang="en-US" dirty="0"/>
              <a:t>공지 관리</a:t>
            </a:r>
            <a:endParaRPr lang="en-US" altLang="ko-KR" dirty="0"/>
          </a:p>
        </p:txBody>
      </p:sp>
      <p:sp>
        <p:nvSpPr>
          <p:cNvPr id="10" name="바닥글 개체 틀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804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467C2-631C-C0B7-4997-9AFE9CA27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B61C8-D6A7-23C7-46A6-8C92C6466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대시보드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BC2BAA-681B-FE17-AC61-BB4955BD0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  중요 공지 </a:t>
            </a:r>
            <a:r>
              <a:rPr lang="en-US" altLang="ko-KR" dirty="0"/>
              <a:t>/</a:t>
            </a:r>
            <a:r>
              <a:rPr lang="ko-KR" altLang="en-US" dirty="0"/>
              <a:t> 차량 상태 </a:t>
            </a:r>
            <a:r>
              <a:rPr lang="en-US" altLang="ko-KR" dirty="0"/>
              <a:t>/</a:t>
            </a:r>
            <a:r>
              <a:rPr lang="ko-KR" altLang="en-US" dirty="0"/>
              <a:t> 경고 목록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672796-05EC-48F1-5E3F-7833110C9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5240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A8BD7-7FA3-D9A5-C9EC-98688AE4B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AD425C6D-553F-A646-2065-3024BFDF5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BA03568-142B-90BD-FB18-2CD1B80A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158033-BE8F-629F-724D-7AC81E93AA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메인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대시보드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489D62-CE85-DCA4-5C50-89B578ECC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400848-8F7D-6B16-FF72-1FE88A41D80F}"/>
              </a:ext>
            </a:extLst>
          </p:cNvPr>
          <p:cNvSpPr txBox="1"/>
          <p:nvPr/>
        </p:nvSpPr>
        <p:spPr>
          <a:xfrm>
            <a:off x="344488" y="573205"/>
            <a:ext cx="9468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테이블의 특정 행 선택 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해당 차량 </a:t>
            </a:r>
            <a:r>
              <a:rPr kumimoji="1" lang="en-US" altLang="ko-KR" sz="1000" dirty="0"/>
              <a:t>or </a:t>
            </a:r>
            <a:r>
              <a:rPr kumimoji="1" lang="ko-KR" altLang="en-US" sz="1000" dirty="0"/>
              <a:t>경고의 팝업 화면 실행</a:t>
            </a:r>
          </a:p>
        </p:txBody>
      </p:sp>
    </p:spTree>
    <p:extLst>
      <p:ext uri="{BB962C8B-B14F-4D97-AF65-F5344CB8AC3E}">
        <p14:creationId xmlns:p14="http://schemas.microsoft.com/office/powerpoint/2010/main" val="198298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9ADD9-0182-FDFC-6E72-1B23F59D4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8A251A33-25BC-49C6-0A9F-36BE813BE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3C81D69-1678-BE98-0AFD-44409A83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E607A8-676D-409F-9047-9F5913E09F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메인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대시보드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차량 상태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EB9430B-0877-B8CA-C527-3D2F1BEE1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2315681"/>
            <a:ext cx="9720000" cy="22718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F2B8C0-8D8B-E6D8-434E-1D6BC4C4EB0F}"/>
              </a:ext>
            </a:extLst>
          </p:cNvPr>
          <p:cNvSpPr txBox="1"/>
          <p:nvPr/>
        </p:nvSpPr>
        <p:spPr>
          <a:xfrm>
            <a:off x="6581689" y="4668346"/>
            <a:ext cx="3231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가장 최근 수집된 데이터 시간과 현재 시간을 비교하여 </a:t>
            </a:r>
            <a:endParaRPr kumimoji="1" lang="en-US" altLang="ko-KR" sz="1000" dirty="0"/>
          </a:p>
          <a:p>
            <a:r>
              <a:rPr kumimoji="1" lang="en-US" altLang="ko-KR" sz="1000" dirty="0"/>
              <a:t>10</a:t>
            </a:r>
            <a:r>
              <a:rPr kumimoji="1" lang="ko-KR" altLang="en-US" sz="1000" dirty="0"/>
              <a:t>초 이내 데이터면 </a:t>
            </a:r>
            <a:r>
              <a:rPr kumimoji="1" lang="en-US" altLang="ko-KR" sz="1000" dirty="0"/>
              <a:t>'</a:t>
            </a:r>
            <a:r>
              <a:rPr kumimoji="1" lang="en" altLang="ko-KR" sz="1000" dirty="0"/>
              <a:t>online', </a:t>
            </a:r>
            <a:r>
              <a:rPr kumimoji="1" lang="ko-KR" altLang="en-US" sz="1000" dirty="0"/>
              <a:t>지났으면 </a:t>
            </a:r>
            <a:r>
              <a:rPr kumimoji="1" lang="en-US" altLang="ko-KR" sz="1000" dirty="0"/>
              <a:t>'</a:t>
            </a:r>
            <a:r>
              <a:rPr kumimoji="1" lang="en" altLang="ko-KR" sz="1000" dirty="0"/>
              <a:t>offline' </a:t>
            </a:r>
            <a:r>
              <a:rPr kumimoji="1" lang="ko-KR" altLang="en-US" sz="1000" dirty="0"/>
              <a:t>처리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EBFD9B-ACD8-43AB-A668-6CB9B53A3B67}"/>
              </a:ext>
            </a:extLst>
          </p:cNvPr>
          <p:cNvSpPr/>
          <p:nvPr/>
        </p:nvSpPr>
        <p:spPr>
          <a:xfrm>
            <a:off x="7154426" y="2723101"/>
            <a:ext cx="602901" cy="1457011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23287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01F81-C74E-0A40-855D-65491465D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58CD99A2-87E6-2D0C-6EA0-0A7E10271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CBED226-4090-9A3F-CA04-7902ED3C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88877F-ACF1-2CE1-09CA-8A0135A8BBD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차량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online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(1/4)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7DA8F07-337C-6E72-739B-61BA09C48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262787-0410-39EE-358D-63335E526A8D}"/>
              </a:ext>
            </a:extLst>
          </p:cNvPr>
          <p:cNvSpPr txBox="1"/>
          <p:nvPr/>
        </p:nvSpPr>
        <p:spPr>
          <a:xfrm>
            <a:off x="344488" y="573205"/>
            <a:ext cx="9468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차량 상태 테이블의 </a:t>
            </a:r>
            <a:r>
              <a:rPr kumimoji="1" lang="en-US" altLang="ko-KR" sz="1000" dirty="0"/>
              <a:t>online</a:t>
            </a:r>
            <a:r>
              <a:rPr kumimoji="1" lang="ko-KR" altLang="en-US" sz="1000" dirty="0"/>
              <a:t> 차량 선택 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해당 차량의</a:t>
            </a:r>
            <a:r>
              <a:rPr kumimoji="1" lang="en-US" altLang="ko-KR" sz="1000" dirty="0"/>
              <a:t> ‘</a:t>
            </a:r>
            <a:r>
              <a:rPr kumimoji="1" lang="ko-KR" altLang="en-US" sz="1000" dirty="0"/>
              <a:t>차량 상태 상세정보</a:t>
            </a:r>
            <a:r>
              <a:rPr kumimoji="1" lang="en-US" altLang="ko-KR" sz="1000" dirty="0"/>
              <a:t> (online)’</a:t>
            </a:r>
            <a:r>
              <a:rPr kumimoji="1" lang="ko-KR" altLang="en-US" sz="1000" dirty="0"/>
              <a:t> 화면 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9941C-97D2-7FB8-624C-6DA130F9B062}"/>
              </a:ext>
            </a:extLst>
          </p:cNvPr>
          <p:cNvSpPr txBox="1"/>
          <p:nvPr/>
        </p:nvSpPr>
        <p:spPr>
          <a:xfrm>
            <a:off x="1085805" y="6038574"/>
            <a:ext cx="8086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지도 </a:t>
            </a:r>
            <a:r>
              <a:rPr kumimoji="1" lang="en-US" altLang="ko-KR" sz="1000" dirty="0"/>
              <a:t>: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잔디깎기</a:t>
            </a:r>
            <a:r>
              <a:rPr kumimoji="1" lang="ko-KR" altLang="en-US" sz="1000" dirty="0"/>
              <a:t> 기계의 이동 경로</a:t>
            </a:r>
            <a:r>
              <a:rPr kumimoji="1" lang="en-US" altLang="ko-KR" sz="1000" dirty="0"/>
              <a:t>(route)</a:t>
            </a:r>
            <a:r>
              <a:rPr kumimoji="1" lang="ko-KR" altLang="en-US" sz="1000" dirty="0"/>
              <a:t> 및 최종 위치</a:t>
            </a:r>
            <a:r>
              <a:rPr kumimoji="1" lang="en-US" altLang="ko-KR" sz="1000" dirty="0"/>
              <a:t>(last)</a:t>
            </a:r>
            <a:r>
              <a:rPr kumimoji="1" lang="ko-KR" altLang="en-US" sz="1000" dirty="0"/>
              <a:t> 핀 표시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아래 차트 </a:t>
            </a:r>
            <a:r>
              <a:rPr kumimoji="1" lang="ko-KR" altLang="en-US" sz="1000" dirty="0" err="1"/>
              <a:t>선택시</a:t>
            </a:r>
            <a:r>
              <a:rPr kumimoji="1" lang="ko-KR" altLang="en-US" sz="1000" dirty="0"/>
              <a:t> 해당 위치</a:t>
            </a:r>
            <a:r>
              <a:rPr kumimoji="1" lang="en-US" altLang="ko-KR" sz="1000" dirty="0"/>
              <a:t>(before)</a:t>
            </a:r>
            <a:r>
              <a:rPr kumimoji="1" lang="ko-KR" altLang="en-US" sz="1000" dirty="0"/>
              <a:t> 표시</a:t>
            </a:r>
          </a:p>
        </p:txBody>
      </p:sp>
    </p:spTree>
    <p:extLst>
      <p:ext uri="{BB962C8B-B14F-4D97-AF65-F5344CB8AC3E}">
        <p14:creationId xmlns:p14="http://schemas.microsoft.com/office/powerpoint/2010/main" val="206552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ABAE0-6700-D888-DAEB-857F4F0E2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7733BB3A-5D2E-1E0F-DE72-3597FCD44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1E48620-0E19-2901-4B8E-54BF9B543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D27379-4966-9FD1-4DD9-3D8099605E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차량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online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(2/4)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37670A-2479-57BD-3FEF-E5C22BFA4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C92E62-24CA-EB9F-0C1E-90E726452F3B}"/>
              </a:ext>
            </a:extLst>
          </p:cNvPr>
          <p:cNvSpPr txBox="1"/>
          <p:nvPr/>
        </p:nvSpPr>
        <p:spPr>
          <a:xfrm>
            <a:off x="6283063" y="547061"/>
            <a:ext cx="37351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버튼 </a:t>
            </a:r>
            <a:r>
              <a:rPr kumimoji="1" lang="en-US" altLang="ko-KR" sz="1000" dirty="0"/>
              <a:t>[</a:t>
            </a:r>
            <a:r>
              <a:rPr kumimoji="1" lang="ko-KR" altLang="en-US" sz="1000" dirty="0"/>
              <a:t>로그 데이터로 이동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선택시</a:t>
            </a:r>
            <a:r>
              <a:rPr kumimoji="1" lang="ko-KR" altLang="en-US" sz="1000" dirty="0"/>
              <a:t> 로그 데이터 화면으로 이동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B55FFF-9AD6-A67F-578F-2CEF83A794C5}"/>
              </a:ext>
            </a:extLst>
          </p:cNvPr>
          <p:cNvSpPr/>
          <p:nvPr/>
        </p:nvSpPr>
        <p:spPr>
          <a:xfrm>
            <a:off x="6531429" y="1245994"/>
            <a:ext cx="2150348" cy="35169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5587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E640-9087-E4DD-F268-2DD62EB6E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3786D487-CCD2-ABB8-E9B7-210C9C576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CDEDA1D-D43F-F3FF-2B6C-94301F55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9C3A216-F5B5-4C41-E6EA-E8496FD05A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로그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online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(3/4)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16EA7A-FE98-0587-9A5B-18087A963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36BE53-BF97-5055-2914-A6B7FE934284}"/>
              </a:ext>
            </a:extLst>
          </p:cNvPr>
          <p:cNvSpPr txBox="1"/>
          <p:nvPr/>
        </p:nvSpPr>
        <p:spPr>
          <a:xfrm>
            <a:off x="6158244" y="6114721"/>
            <a:ext cx="36547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버튼 </a:t>
            </a:r>
            <a:r>
              <a:rPr kumimoji="1" lang="en-US" altLang="ko-KR" sz="1000" dirty="0"/>
              <a:t>[</a:t>
            </a:r>
            <a:r>
              <a:rPr kumimoji="1" lang="ko-KR" altLang="en-US" sz="1000" dirty="0"/>
              <a:t>차량 데이터로 이동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선택시</a:t>
            </a:r>
            <a:r>
              <a:rPr kumimoji="1" lang="ko-KR" altLang="en-US" sz="1000" dirty="0"/>
              <a:t> 차량 데이터 화면으로 이동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E24BD1-BED6-14C3-E06B-BD8DF16D4459}"/>
              </a:ext>
            </a:extLst>
          </p:cNvPr>
          <p:cNvSpPr/>
          <p:nvPr/>
        </p:nvSpPr>
        <p:spPr>
          <a:xfrm>
            <a:off x="6521381" y="4561950"/>
            <a:ext cx="2150348" cy="35169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795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A393D-693D-5C0F-A94F-F7B3EBAAC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E71042A-6301-ADC2-2309-B2603E18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5931DA5-F92C-F13F-F208-132835EF6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B9DF8C-CF42-C775-B555-F766BB58E7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로그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online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(4/4)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E0B6411-009A-0F8F-9E10-04A74A8B4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74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A825A-444A-BDB8-938E-BAF4569CE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762D00E0-9F78-3897-519D-9AAAD491E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796B3B1-0692-63F7-A7BF-B66B50B9D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56CFDA-EE07-485E-6085-EF6DA0E6E61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차량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offline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(1/4)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1ACC1D-BDE7-F99C-14CC-B263CD80B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19474A-60E0-0EA4-E3BA-60EBBE0F39FE}"/>
              </a:ext>
            </a:extLst>
          </p:cNvPr>
          <p:cNvSpPr txBox="1"/>
          <p:nvPr/>
        </p:nvSpPr>
        <p:spPr>
          <a:xfrm>
            <a:off x="344488" y="573205"/>
            <a:ext cx="9468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차량 상태 테이블의 </a:t>
            </a:r>
            <a:r>
              <a:rPr lang="en-US" altLang="ko-KR" sz="1000" dirty="0"/>
              <a:t>offline</a:t>
            </a:r>
            <a:r>
              <a:rPr kumimoji="1" lang="ko-KR" altLang="en-US" sz="1000" dirty="0"/>
              <a:t> 차량 선택 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해당 차량의</a:t>
            </a:r>
            <a:r>
              <a:rPr kumimoji="1" lang="en-US" altLang="ko-KR" sz="1000" dirty="0"/>
              <a:t> ‘</a:t>
            </a:r>
            <a:r>
              <a:rPr kumimoji="1" lang="ko-KR" altLang="en-US" sz="1000" dirty="0"/>
              <a:t>차량 상태 상세정보 </a:t>
            </a:r>
            <a:r>
              <a:rPr kumimoji="1" lang="en-US" altLang="ko-KR" sz="1000" dirty="0"/>
              <a:t>(</a:t>
            </a:r>
            <a:r>
              <a:rPr lang="en-US" altLang="ko-KR" sz="1000" dirty="0"/>
              <a:t>offline</a:t>
            </a:r>
            <a:r>
              <a:rPr kumimoji="1" lang="en-US" altLang="ko-KR" sz="1000" dirty="0"/>
              <a:t>)’</a:t>
            </a:r>
            <a:r>
              <a:rPr kumimoji="1" lang="ko-KR" altLang="en-US" sz="1000" dirty="0"/>
              <a:t> 화면 실행</a:t>
            </a:r>
          </a:p>
        </p:txBody>
      </p:sp>
    </p:spTree>
    <p:extLst>
      <p:ext uri="{BB962C8B-B14F-4D97-AF65-F5344CB8AC3E}">
        <p14:creationId xmlns:p14="http://schemas.microsoft.com/office/powerpoint/2010/main" val="3929951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47C9F-37EB-759B-8CB3-B8DAC9A8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5E41B51C-5EBA-B23A-8E58-851C7373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437B58E-46F1-0FD0-1825-94C4F249D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62A5AA-E89D-54A7-0B35-AAF98C004A9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차량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offline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(2/4)</a:t>
            </a:r>
            <a:endParaRPr lang="ko-KR" altLang="en-US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EA81381-8FF6-EAF4-317F-7EBD02B73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08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C0D69-AE8E-878C-B2EB-8DEB505A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EA00272-0A5B-EC78-EE13-787A3DCF9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B58421B-7CCC-706A-D0D4-5D2049626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0D7CAD-46DB-56BE-F68C-C441161909A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로그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offline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(3/4)</a:t>
            </a:r>
            <a:endParaRPr lang="ko-KR" altLang="en-US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66022A-CD8C-ED93-B81A-361E7EB2E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31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15D1C-1A7D-C8AF-1CDA-7C970E8FA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E9433D9B-FFF3-EE38-6087-4D8FFEF4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732D8C5-075C-90C1-B9C2-39E6E633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D7DFBC-573E-B3D9-7DE1-B64627CDA2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로그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offline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(4/4)</a:t>
            </a:r>
            <a:endParaRPr lang="ko-KR" altLang="en-US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25C479D-EC2D-6B05-1868-C8ECABF46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54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F035C-B71A-5DFD-95A1-5430259B6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2BA46C32-8B71-054F-C812-8B31F2E85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49665EF-45D1-0990-B0A1-6D4D1987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5476F9-C75E-38BA-ABA0-80B73622425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경고 세부정보 </a:t>
            </a:r>
            <a:r>
              <a:rPr lang="en-US" altLang="ko-KR" dirty="0">
                <a:solidFill>
                  <a:schemeClr val="tx1"/>
                </a:solidFill>
              </a:rPr>
              <a:t>(1/3)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8C352A8-A975-8BDD-132B-6B0B3C658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D9924F-69BC-1500-CDAD-0E690B3F0FDD}"/>
              </a:ext>
            </a:extLst>
          </p:cNvPr>
          <p:cNvSpPr txBox="1"/>
          <p:nvPr/>
        </p:nvSpPr>
        <p:spPr>
          <a:xfrm>
            <a:off x="344488" y="573205"/>
            <a:ext cx="9468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경고 목록 테이블의 특정 행 선택 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해당 차량의</a:t>
            </a:r>
            <a:r>
              <a:rPr kumimoji="1" lang="en-US" altLang="ko-KR" sz="1000" dirty="0"/>
              <a:t> ‘</a:t>
            </a:r>
            <a:r>
              <a:rPr kumimoji="1" lang="ko-KR" altLang="en-US" sz="1000" dirty="0"/>
              <a:t>경고 세부정보</a:t>
            </a:r>
            <a:r>
              <a:rPr kumimoji="1" lang="en-US" altLang="ko-KR" sz="1000" dirty="0"/>
              <a:t>’</a:t>
            </a:r>
            <a:r>
              <a:rPr kumimoji="1" lang="ko-KR" altLang="en-US" sz="1000" dirty="0"/>
              <a:t> 화면 실행</a:t>
            </a:r>
          </a:p>
        </p:txBody>
      </p:sp>
    </p:spTree>
    <p:extLst>
      <p:ext uri="{BB962C8B-B14F-4D97-AF65-F5344CB8AC3E}">
        <p14:creationId xmlns:p14="http://schemas.microsoft.com/office/powerpoint/2010/main" val="2602730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84C4E-0B48-F5A6-FDB4-CE7092F7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D61A908A-9C43-3062-653C-5B0EF6E4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4D52968-3C7E-02E6-9BCD-BB665E82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C1B4694-05B9-9A3D-CEB5-C235F46AA6B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경고 세부정보 </a:t>
            </a:r>
            <a:r>
              <a:rPr lang="en-US" altLang="ko-KR" dirty="0">
                <a:solidFill>
                  <a:schemeClr val="tx1"/>
                </a:solidFill>
              </a:rPr>
              <a:t>(2/3)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1D748E-1BB5-7B0A-9CBE-D0EEF5466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885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9022A-F957-6FA9-8167-BAB932D0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AC43003F-7179-4272-C9DB-A2270841F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487255F-FC99-C5BE-D05A-AB97408D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9045E0-6BE8-1A8D-3629-E362E3316F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경고 세부정보 </a:t>
            </a:r>
            <a:r>
              <a:rPr lang="en-US" altLang="ko-KR" dirty="0">
                <a:solidFill>
                  <a:schemeClr val="tx1"/>
                </a:solidFill>
              </a:rPr>
              <a:t>(3/3)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508A841-6DFB-899B-611F-85B419346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B35BEF-9C48-6347-21F1-BBC78F57BCD6}"/>
              </a:ext>
            </a:extLst>
          </p:cNvPr>
          <p:cNvSpPr txBox="1"/>
          <p:nvPr/>
        </p:nvSpPr>
        <p:spPr>
          <a:xfrm>
            <a:off x="1105320" y="6114721"/>
            <a:ext cx="4336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경고 목록 테이블의 특정 행 </a:t>
            </a:r>
            <a:r>
              <a:rPr kumimoji="1" lang="ko-KR" altLang="en-US" sz="1000" dirty="0" err="1"/>
              <a:t>선택시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위에 지도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테이블 내용 반영</a:t>
            </a:r>
          </a:p>
        </p:txBody>
      </p:sp>
    </p:spTree>
    <p:extLst>
      <p:ext uri="{BB962C8B-B14F-4D97-AF65-F5344CB8AC3E}">
        <p14:creationId xmlns:p14="http://schemas.microsoft.com/office/powerpoint/2010/main" val="1591862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E40D-DE13-2BDE-12D4-F705E3934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CBD065-4572-7265-256F-7092FD8AC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차량 데이터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7261AE-735C-CC56-F382-7117D352A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  차량 세부정보 </a:t>
            </a:r>
            <a:r>
              <a:rPr lang="en-US" altLang="ko-KR" dirty="0"/>
              <a:t>/</a:t>
            </a:r>
            <a:r>
              <a:rPr lang="ko-KR" altLang="en-US" dirty="0"/>
              <a:t> 차량 비교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320439-2ABF-6C1F-DF84-A1929C59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077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5F10E-A80E-1406-DA97-9ADF24900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7A98E41D-1796-BF11-6C51-DB36FF35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프레젠테이션 타이틀 입력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F9DA96D-ADDC-5FE7-1A9C-B79C7225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344D64-B8CE-E317-D544-A5F25CC7DE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메인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차량데이터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EB85A6-2F86-8885-9D6D-ACC45B7185A9}"/>
              </a:ext>
            </a:extLst>
          </p:cNvPr>
          <p:cNvSpPr txBox="1"/>
          <p:nvPr/>
        </p:nvSpPr>
        <p:spPr>
          <a:xfrm>
            <a:off x="344488" y="573205"/>
            <a:ext cx="9468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차량 상태 테이블의 특정 행 선택 후 오른쪽 상단의 버튼 </a:t>
            </a:r>
            <a:r>
              <a:rPr kumimoji="1" lang="en-US" altLang="ko-KR" sz="1000" dirty="0"/>
              <a:t>[</a:t>
            </a:r>
            <a:r>
              <a:rPr kumimoji="1" lang="ko-KR" altLang="en-US" sz="1000" dirty="0"/>
              <a:t>세부정보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or [</a:t>
            </a:r>
            <a:r>
              <a:rPr kumimoji="1" lang="ko-KR" altLang="en-US" sz="1000" dirty="0"/>
              <a:t>비교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선택시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해당 차량의 팝업 화면 실행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715DA6-5DD9-17BD-D28A-33A2B0694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44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736E8-5939-F847-B716-23BA958F3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368DC7CB-467E-EC79-395A-0A55D0F0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F383CE7-E137-7ED0-EE30-218806A8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61DC26-71C7-032A-F325-EAA10A069D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차량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online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(1/4)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249146-9952-4749-B31E-154BA4234032}"/>
              </a:ext>
            </a:extLst>
          </p:cNvPr>
          <p:cNvSpPr txBox="1"/>
          <p:nvPr/>
        </p:nvSpPr>
        <p:spPr>
          <a:xfrm>
            <a:off x="344488" y="573205"/>
            <a:ext cx="9468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차량 상태 테이블의 </a:t>
            </a:r>
            <a:r>
              <a:rPr kumimoji="1" lang="en-US" altLang="ko-KR" sz="1000" dirty="0"/>
              <a:t>online</a:t>
            </a:r>
            <a:r>
              <a:rPr kumimoji="1" lang="ko-KR" altLang="en-US" sz="1000" dirty="0"/>
              <a:t> 차량 선택 후 버튼 </a:t>
            </a:r>
            <a:r>
              <a:rPr kumimoji="1" lang="en-US" altLang="ko-KR" sz="1000" dirty="0"/>
              <a:t>[</a:t>
            </a:r>
            <a:r>
              <a:rPr kumimoji="1" lang="ko-KR" altLang="en-US" sz="1000" dirty="0"/>
              <a:t>세부정보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선택시</a:t>
            </a:r>
            <a:r>
              <a:rPr kumimoji="1" lang="ko-KR" altLang="en-US" sz="1000" dirty="0"/>
              <a:t> 해당 차량의</a:t>
            </a:r>
            <a:r>
              <a:rPr kumimoji="1" lang="en-US" altLang="ko-KR" sz="1000" dirty="0"/>
              <a:t> ‘</a:t>
            </a:r>
            <a:r>
              <a:rPr kumimoji="1" lang="ko-KR" altLang="en-US" sz="1000" dirty="0"/>
              <a:t>차량 상태 상세정보</a:t>
            </a:r>
            <a:r>
              <a:rPr kumimoji="1" lang="en-US" altLang="ko-KR" sz="1000" dirty="0"/>
              <a:t> (online)’</a:t>
            </a:r>
            <a:r>
              <a:rPr kumimoji="1" lang="ko-KR" altLang="en-US" sz="1000" dirty="0"/>
              <a:t> 화면 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3A74E-5039-D91D-589A-D97575656096}"/>
              </a:ext>
            </a:extLst>
          </p:cNvPr>
          <p:cNvSpPr txBox="1"/>
          <p:nvPr/>
        </p:nvSpPr>
        <p:spPr>
          <a:xfrm>
            <a:off x="1085805" y="6038574"/>
            <a:ext cx="8086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지도 </a:t>
            </a:r>
            <a:r>
              <a:rPr kumimoji="1" lang="en-US" altLang="ko-KR" sz="1000" dirty="0"/>
              <a:t>: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잔디깎기</a:t>
            </a:r>
            <a:r>
              <a:rPr kumimoji="1" lang="ko-KR" altLang="en-US" sz="1000" dirty="0"/>
              <a:t> 기계의 이동 경로</a:t>
            </a:r>
            <a:r>
              <a:rPr kumimoji="1" lang="en-US" altLang="ko-KR" sz="1000" dirty="0"/>
              <a:t>(route)</a:t>
            </a:r>
            <a:r>
              <a:rPr kumimoji="1" lang="ko-KR" altLang="en-US" sz="1000" dirty="0"/>
              <a:t> 및 최종 위치</a:t>
            </a:r>
            <a:r>
              <a:rPr kumimoji="1" lang="en-US" altLang="ko-KR" sz="1000" dirty="0"/>
              <a:t>(last)</a:t>
            </a:r>
            <a:r>
              <a:rPr kumimoji="1" lang="ko-KR" altLang="en-US" sz="1000" dirty="0"/>
              <a:t> 핀 표시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아래 차트 </a:t>
            </a:r>
            <a:r>
              <a:rPr kumimoji="1" lang="ko-KR" altLang="en-US" sz="1000" dirty="0" err="1"/>
              <a:t>선택시</a:t>
            </a:r>
            <a:r>
              <a:rPr kumimoji="1" lang="ko-KR" altLang="en-US" sz="1000" dirty="0"/>
              <a:t> 해당 위치</a:t>
            </a:r>
            <a:r>
              <a:rPr kumimoji="1" lang="en-US" altLang="ko-KR" sz="1000" dirty="0"/>
              <a:t>(before)</a:t>
            </a:r>
            <a:r>
              <a:rPr kumimoji="1" lang="ko-KR" altLang="en-US" sz="1000" dirty="0"/>
              <a:t> 표시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7C3CBB-5849-CB66-59B3-EEF6FDDBA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56140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58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DE391-1C8A-249F-9723-3734AF05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736583F-0DA5-F63F-0184-561EC7E70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C134E178-66FD-B794-D23A-6BDCB355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72C19A0-C74B-A1A9-9BFB-809E365FE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1A8235-6B69-FC43-AAC1-D983246CBC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차량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online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(2/4)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3208EE-6678-15EA-8504-ABBA3F68B3A0}"/>
              </a:ext>
            </a:extLst>
          </p:cNvPr>
          <p:cNvSpPr txBox="1"/>
          <p:nvPr/>
        </p:nvSpPr>
        <p:spPr>
          <a:xfrm>
            <a:off x="6283063" y="547061"/>
            <a:ext cx="37351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버튼 </a:t>
            </a:r>
            <a:r>
              <a:rPr kumimoji="1" lang="en-US" altLang="ko-KR" sz="1000" dirty="0"/>
              <a:t>[</a:t>
            </a:r>
            <a:r>
              <a:rPr kumimoji="1" lang="ko-KR" altLang="en-US" sz="1000" dirty="0"/>
              <a:t>로그 데이터로 이동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선택시</a:t>
            </a:r>
            <a:r>
              <a:rPr kumimoji="1" lang="ko-KR" altLang="en-US" sz="1000" dirty="0"/>
              <a:t> 로그 데이터 화면으로 이동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B103E3-62D4-330E-A211-880D351E7664}"/>
              </a:ext>
            </a:extLst>
          </p:cNvPr>
          <p:cNvSpPr/>
          <p:nvPr/>
        </p:nvSpPr>
        <p:spPr>
          <a:xfrm>
            <a:off x="6531429" y="1266090"/>
            <a:ext cx="2150348" cy="35169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175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794E8-1A61-A68C-3A9A-E09466172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7F320A-EEF1-6487-2A98-A4F01AA41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0"/>
            <a:ext cx="9720000" cy="5107578"/>
          </a:xfrm>
          <a:prstGeom prst="rect">
            <a:avLst/>
          </a:prstGeom>
        </p:spPr>
      </p:pic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BB8721E6-D3C9-BF96-C1B2-B48C6799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2EAF677-ADE2-013A-167A-139B4CD0B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AB6131-CBDE-DBE8-078C-EC65BA3898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로그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online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(3/4)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66AA3C-2E6C-C32D-9343-4DF8387F129B}"/>
              </a:ext>
            </a:extLst>
          </p:cNvPr>
          <p:cNvSpPr txBox="1"/>
          <p:nvPr/>
        </p:nvSpPr>
        <p:spPr>
          <a:xfrm>
            <a:off x="6158244" y="6114721"/>
            <a:ext cx="36547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버튼 </a:t>
            </a:r>
            <a:r>
              <a:rPr kumimoji="1" lang="en-US" altLang="ko-KR" sz="1000" dirty="0"/>
              <a:t>[</a:t>
            </a:r>
            <a:r>
              <a:rPr kumimoji="1" lang="ko-KR" altLang="en-US" sz="1000" dirty="0"/>
              <a:t>차량 데이터로 이동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선택시</a:t>
            </a:r>
            <a:r>
              <a:rPr kumimoji="1" lang="ko-KR" altLang="en-US" sz="1000" dirty="0"/>
              <a:t> 차량 데이터 화면으로 이동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14A9DB-8EBE-02CE-0BFA-2ED816F801F7}"/>
              </a:ext>
            </a:extLst>
          </p:cNvPr>
          <p:cNvSpPr/>
          <p:nvPr/>
        </p:nvSpPr>
        <p:spPr>
          <a:xfrm>
            <a:off x="6521381" y="4561950"/>
            <a:ext cx="2150348" cy="35169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05187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C198F-8233-547C-40D1-32ABA948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CACB22CB-D24E-98CB-BC0E-78D0D95C3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E526B37-B286-A48E-5207-04ACDFB1C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75E91F-8857-612E-AB3A-962645877A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로그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online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(4/4)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CBA51A8-C296-EC53-AF25-9EF6FA332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89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25C94-C897-F2C9-BE46-96B960646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005C199F-CD39-AB95-46EF-69A8EC2F5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82A886C-D76C-F85E-7A08-F62757C79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5333B4-503E-F7D2-4595-C96E29F32A3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차량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offline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(1/4)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D9EB0-23B2-029A-0246-D5A57211C97F}"/>
              </a:ext>
            </a:extLst>
          </p:cNvPr>
          <p:cNvSpPr txBox="1"/>
          <p:nvPr/>
        </p:nvSpPr>
        <p:spPr>
          <a:xfrm>
            <a:off x="344488" y="573205"/>
            <a:ext cx="9468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차량 상태 테이블의 </a:t>
            </a:r>
            <a:r>
              <a:rPr kumimoji="1" lang="en-US" altLang="ko-KR" sz="1000" dirty="0"/>
              <a:t>offline</a:t>
            </a:r>
            <a:r>
              <a:rPr kumimoji="1" lang="ko-KR" altLang="en-US" sz="1000" dirty="0"/>
              <a:t> 차량 선택 후 버튼 </a:t>
            </a:r>
            <a:r>
              <a:rPr kumimoji="1" lang="en-US" altLang="ko-KR" sz="1000" dirty="0"/>
              <a:t>[</a:t>
            </a:r>
            <a:r>
              <a:rPr kumimoji="1" lang="ko-KR" altLang="en-US" sz="1000" dirty="0"/>
              <a:t>세부정보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선택시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해당 차량의</a:t>
            </a:r>
            <a:r>
              <a:rPr kumimoji="1" lang="en-US" altLang="ko-KR" sz="1000" dirty="0"/>
              <a:t> ‘</a:t>
            </a:r>
            <a:r>
              <a:rPr kumimoji="1" lang="ko-KR" altLang="en-US" sz="1000" dirty="0"/>
              <a:t>차량 상태 상세정보</a:t>
            </a:r>
            <a:r>
              <a:rPr kumimoji="1" lang="en-US" altLang="ko-KR" sz="1000" dirty="0"/>
              <a:t> (</a:t>
            </a:r>
            <a:r>
              <a:rPr lang="en-US" altLang="ko-KR" sz="1000" dirty="0"/>
              <a:t>offline</a:t>
            </a:r>
            <a:r>
              <a:rPr kumimoji="1" lang="en-US" altLang="ko-KR" sz="1000" dirty="0"/>
              <a:t>)’</a:t>
            </a:r>
            <a:r>
              <a:rPr kumimoji="1" lang="ko-KR" altLang="en-US" sz="1000" dirty="0"/>
              <a:t> 화면 실행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9E9D853-1694-F322-02E8-433782747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28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775B0-7CDF-B560-E21D-CEC0CA9E1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B046BAC2-3AD0-BCC7-779A-F129DF0E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4FBA70B-0553-DC6C-7137-9AD6CE2F4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D928F3-D10E-1DDA-6035-F2CD10C6637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차량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offline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(2/4)</a:t>
            </a:r>
            <a:endParaRPr lang="ko-KR" altLang="en-US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EA673C-09A9-B3DD-B82F-34E75CBE6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7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5A66-FD22-753D-1FF6-54CBFED5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04D2C0C0-FD24-0BA1-39B9-CF16E4654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871B50B-E42D-F82D-44AD-345B5C28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705126-5734-32A3-0D22-47C2B12018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로그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offline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(3/4)</a:t>
            </a:r>
            <a:endParaRPr lang="ko-KR" altLang="en-US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8D0E522-8AF8-566B-E284-B8A87E3A8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412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3A7E8-4864-A2AC-8B06-27707ADC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EF508627-9F0A-8F2F-B480-A5C5A98F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1A04B24-1A8B-08AF-6138-B869973D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BBB9A9F-A927-1829-8F29-CE77ACC401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로그 데이터 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offline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(4/4)</a:t>
            </a:r>
            <a:endParaRPr lang="ko-KR" altLang="en-US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8885408-284B-0058-19B9-3354393AD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000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68279-2407-CD56-2F9C-9DCA324CE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588CDAAB-A117-BF15-1D3B-4FB39D1E8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5739521-AA87-61B2-39B3-CFF3DDEB2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1C9E06-DC19-6693-56AA-96389958DD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데이터 비교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동일 차량 비교 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920B80-A553-965A-8700-E94FA8DA1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1F9398-B8EB-BF02-93C8-986E9216167F}"/>
              </a:ext>
            </a:extLst>
          </p:cNvPr>
          <p:cNvSpPr txBox="1"/>
          <p:nvPr/>
        </p:nvSpPr>
        <p:spPr>
          <a:xfrm>
            <a:off x="344488" y="573205"/>
            <a:ext cx="9468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차량 상태 테이블의 특정 행 선택 후 버튼 </a:t>
            </a:r>
            <a:r>
              <a:rPr kumimoji="1" lang="en-US" altLang="ko-KR" sz="1000" dirty="0"/>
              <a:t>[</a:t>
            </a:r>
            <a:r>
              <a:rPr kumimoji="1" lang="ko-KR" altLang="en-US" sz="1000" dirty="0"/>
              <a:t>비교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선택시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해당 차량의</a:t>
            </a:r>
            <a:r>
              <a:rPr kumimoji="1" lang="en-US" altLang="ko-KR" sz="1000" dirty="0"/>
              <a:t> ‘</a:t>
            </a:r>
            <a:r>
              <a:rPr kumimoji="1" lang="ko-KR" altLang="en-US" sz="1000" dirty="0"/>
              <a:t>차량 데이터 비교</a:t>
            </a:r>
            <a:r>
              <a:rPr kumimoji="1" lang="en-US" altLang="ko-KR" sz="1000" dirty="0"/>
              <a:t>’</a:t>
            </a:r>
            <a:r>
              <a:rPr kumimoji="1" lang="ko-KR" altLang="en-US" sz="1000" dirty="0"/>
              <a:t> 화면 실행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772A3E-7FAF-11F7-3E58-B166DFD817CB}"/>
              </a:ext>
            </a:extLst>
          </p:cNvPr>
          <p:cNvSpPr txBox="1"/>
          <p:nvPr/>
        </p:nvSpPr>
        <p:spPr>
          <a:xfrm>
            <a:off x="1115682" y="6114721"/>
            <a:ext cx="86111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1</a:t>
            </a:r>
            <a:r>
              <a:rPr kumimoji="1" lang="ko-KR" altLang="en-US" sz="1000" dirty="0"/>
              <a:t>개 차량의 다른 기간 데이터 비교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D1E3E8-AEF6-769A-B0FC-B0EEFBE26FFA}"/>
              </a:ext>
            </a:extLst>
          </p:cNvPr>
          <p:cNvSpPr txBox="1"/>
          <p:nvPr/>
        </p:nvSpPr>
        <p:spPr>
          <a:xfrm>
            <a:off x="6993654" y="497058"/>
            <a:ext cx="2090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버튼 </a:t>
            </a:r>
            <a:r>
              <a:rPr kumimoji="1" lang="en-US" altLang="ko-KR" sz="1000" dirty="0"/>
              <a:t>[</a:t>
            </a:r>
            <a:r>
              <a:rPr kumimoji="1" lang="ko-KR" altLang="en-US" sz="1000" dirty="0"/>
              <a:t>타 차량 비교로 이동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선택시</a:t>
            </a:r>
            <a:r>
              <a:rPr kumimoji="1" lang="ko-KR" altLang="en-US" sz="1000" dirty="0"/>
              <a:t> </a:t>
            </a:r>
            <a:endParaRPr kumimoji="1" lang="en-US" altLang="ko-KR" sz="1000" dirty="0"/>
          </a:p>
          <a:p>
            <a:r>
              <a:rPr kumimoji="1" lang="ko-KR" altLang="en-US" sz="1000" dirty="0"/>
              <a:t>타 차량 비교 화면으로 이동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FB00EA5-E4BB-667D-DDA3-A846234EAA21}"/>
              </a:ext>
            </a:extLst>
          </p:cNvPr>
          <p:cNvSpPr/>
          <p:nvPr/>
        </p:nvSpPr>
        <p:spPr>
          <a:xfrm>
            <a:off x="6993654" y="1210041"/>
            <a:ext cx="1678073" cy="34164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49330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742D-CE86-4786-6AF0-E31C01B0A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C62F614B-F45B-9909-BAA8-70147BF8A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4AF848B-989C-B49D-3BA9-3A37DEDD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89D33E-021B-3FF6-B76E-56CAB02F31F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데이터 비교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타 차량 비교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0703966-62D5-2EA0-CA9B-ED136D355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72482E-2A89-72C2-00F2-407A0D197A24}"/>
              </a:ext>
            </a:extLst>
          </p:cNvPr>
          <p:cNvSpPr txBox="1"/>
          <p:nvPr/>
        </p:nvSpPr>
        <p:spPr>
          <a:xfrm>
            <a:off x="1115682" y="6114721"/>
            <a:ext cx="86111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2</a:t>
            </a:r>
            <a:r>
              <a:rPr kumimoji="1" lang="ko-KR" altLang="en-US" sz="1000" dirty="0"/>
              <a:t>개 차량의 동일 기간 데이터 비교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E8C08-B504-5C97-87A9-A3F649F3227E}"/>
              </a:ext>
            </a:extLst>
          </p:cNvPr>
          <p:cNvSpPr txBox="1"/>
          <p:nvPr/>
        </p:nvSpPr>
        <p:spPr>
          <a:xfrm>
            <a:off x="6953462" y="497058"/>
            <a:ext cx="2773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버튼 </a:t>
            </a:r>
            <a:r>
              <a:rPr kumimoji="1" lang="en-US" altLang="ko-KR" sz="1000" dirty="0"/>
              <a:t>[</a:t>
            </a:r>
            <a:r>
              <a:rPr kumimoji="1" lang="ko-KR" altLang="en-US" sz="1000" dirty="0"/>
              <a:t>동일 차량 비교로 이동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선택시</a:t>
            </a:r>
            <a:r>
              <a:rPr kumimoji="1" lang="ko-KR" altLang="en-US" sz="1000" dirty="0"/>
              <a:t> </a:t>
            </a:r>
            <a:endParaRPr kumimoji="1" lang="en-US" altLang="ko-KR" sz="1000" dirty="0"/>
          </a:p>
          <a:p>
            <a:r>
              <a:rPr kumimoji="1" lang="ko-KR" altLang="en-US" sz="1000" dirty="0"/>
              <a:t>동일 차량 비교 화면으로 이동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C4763C4-7745-E27D-E520-7B0F69586003}"/>
              </a:ext>
            </a:extLst>
          </p:cNvPr>
          <p:cNvSpPr/>
          <p:nvPr/>
        </p:nvSpPr>
        <p:spPr>
          <a:xfrm>
            <a:off x="6953462" y="1210041"/>
            <a:ext cx="1678073" cy="34164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8698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6D166-FA1B-74F4-F711-7580F7144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4BD9D-DC60-B952-061C-73CBD009C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경고 목록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FF1CE4-0F91-5A94-CCC1-C9F196912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  알림 세부정보 </a:t>
            </a:r>
            <a:r>
              <a:rPr lang="en-US" altLang="ko-KR" dirty="0"/>
              <a:t>/</a:t>
            </a:r>
            <a:r>
              <a:rPr lang="ko-KR" altLang="en-US" dirty="0"/>
              <a:t> 차량 세부정보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EF9D71-56E7-F78D-EA47-B3687C90C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4492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870CB-8450-3909-19CE-A1607DB23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2D8612F4-8DCD-7132-3D2D-531206EB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BAE5548-2614-1462-5A8F-60F0C2F4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30B9C2-AC30-8F03-4552-08FF83B1D8B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메인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경고 목록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361C03-1F13-1AEA-A353-12B5B51F042E}"/>
              </a:ext>
            </a:extLst>
          </p:cNvPr>
          <p:cNvSpPr txBox="1"/>
          <p:nvPr/>
        </p:nvSpPr>
        <p:spPr>
          <a:xfrm>
            <a:off x="344488" y="573205"/>
            <a:ext cx="9468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경고 목록 테이블의 특정 행 선택 후 오른쪽 상단의 버튼 </a:t>
            </a:r>
            <a:r>
              <a:rPr kumimoji="1" lang="en-US" altLang="ko-KR" sz="1000" dirty="0"/>
              <a:t>[</a:t>
            </a:r>
            <a:r>
              <a:rPr kumimoji="1" lang="ko-KR" altLang="en-US" sz="1000" dirty="0"/>
              <a:t>알림 세부정보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or [</a:t>
            </a:r>
            <a:r>
              <a:rPr kumimoji="1" lang="ko-KR" altLang="en-US" sz="1000" dirty="0"/>
              <a:t>차량 세부정보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선택시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해당 차량의 팝업 화면 실행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08674D-2CD7-08BA-BAEC-05DD41C43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01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1A532-A6AC-2D6A-70F7-AC57FD9C0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A81546D1-28AA-2BD2-3767-1881AA14A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0780BB8-CC46-AC2A-4FB1-57CB27E9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1C9ACE-E6B4-F922-D79D-5FFE924EA43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경고 세부정보 </a:t>
            </a:r>
            <a:r>
              <a:rPr lang="en-US" altLang="ko-KR" dirty="0">
                <a:solidFill>
                  <a:schemeClr val="tx1"/>
                </a:solidFill>
              </a:rPr>
              <a:t>(1/3)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822F5-AA43-AFD7-EF76-D7EBD8B677C1}"/>
              </a:ext>
            </a:extLst>
          </p:cNvPr>
          <p:cNvSpPr txBox="1"/>
          <p:nvPr/>
        </p:nvSpPr>
        <p:spPr>
          <a:xfrm>
            <a:off x="344488" y="573205"/>
            <a:ext cx="9468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경고 목록 테이블의 특정 행 선택 후 오른쪽 상단의 버튼 </a:t>
            </a:r>
            <a:r>
              <a:rPr kumimoji="1" lang="en-US" altLang="ko-KR" sz="1000" dirty="0"/>
              <a:t>[</a:t>
            </a:r>
            <a:r>
              <a:rPr kumimoji="1" lang="ko-KR" altLang="en-US" sz="1000" dirty="0"/>
              <a:t>알림 세부정보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선택시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해당 차량의 팝업 화면 실행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9963D6F-A8C2-122B-421D-B8941861D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56140"/>
            <a:ext cx="9720000" cy="51075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5A59BF-7F06-36DA-CE67-8109215B9EA0}"/>
              </a:ext>
            </a:extLst>
          </p:cNvPr>
          <p:cNvSpPr txBox="1"/>
          <p:nvPr/>
        </p:nvSpPr>
        <p:spPr>
          <a:xfrm>
            <a:off x="1085805" y="6038574"/>
            <a:ext cx="8086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지도 </a:t>
            </a:r>
            <a:r>
              <a:rPr kumimoji="1" lang="en-US" altLang="ko-KR" sz="1000" dirty="0"/>
              <a:t>:</a:t>
            </a:r>
            <a:r>
              <a:rPr kumimoji="1" lang="ko-KR" altLang="en-US" sz="1000" dirty="0"/>
              <a:t> 위도</a:t>
            </a:r>
            <a:r>
              <a:rPr kumimoji="1" lang="en-US" altLang="ko-KR" sz="1000" dirty="0"/>
              <a:t>/</a:t>
            </a:r>
            <a:r>
              <a:rPr kumimoji="1" lang="ko-KR" altLang="en-US" sz="1000" dirty="0"/>
              <a:t>경도 데이터가 없는 경우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‘</a:t>
            </a:r>
            <a:r>
              <a:rPr kumimoji="1" lang="ko-KR" altLang="en-US" sz="1000" dirty="0"/>
              <a:t>차량의 위치 데이터가 없습니다</a:t>
            </a:r>
            <a:r>
              <a:rPr kumimoji="1" lang="en-US" altLang="ko-KR" sz="1000" dirty="0"/>
              <a:t>.’</a:t>
            </a:r>
            <a:r>
              <a:rPr kumimoji="1" lang="ko-KR" altLang="en-US" sz="1000" dirty="0"/>
              <a:t> 표시</a:t>
            </a:r>
          </a:p>
        </p:txBody>
      </p:sp>
    </p:spTree>
    <p:extLst>
      <p:ext uri="{BB962C8B-B14F-4D97-AF65-F5344CB8AC3E}">
        <p14:creationId xmlns:p14="http://schemas.microsoft.com/office/powerpoint/2010/main" val="1654362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7F554-4C4E-CE62-549F-3018AC0C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CD1C6321-4532-3015-A0D5-4B95ACC5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0017ABC-B510-6C88-F0F8-B7B4E893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E3841B-D2AF-DF49-8312-46EA1BDDEC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경고 세부정보 </a:t>
            </a:r>
            <a:r>
              <a:rPr lang="en-US" altLang="ko-KR" dirty="0">
                <a:solidFill>
                  <a:schemeClr val="tx1"/>
                </a:solidFill>
              </a:rPr>
              <a:t>(2/3)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2048A6E-BFD9-0852-91D0-279B57121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92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FE7FE-48D8-E49E-5AE9-6558B7B7F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77649ED8-7C86-D8E7-2458-F9F96BD63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D4DC336-72C2-1512-13DA-576F62CF2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D408F3-433D-D2D3-8E67-0B2D83802DC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경고 세부정보 </a:t>
            </a:r>
            <a:r>
              <a:rPr lang="en-US" altLang="ko-KR" dirty="0">
                <a:solidFill>
                  <a:schemeClr val="tx1"/>
                </a:solidFill>
              </a:rPr>
              <a:t>(3/3)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43A8A-CDE6-F2D1-A873-5F8FD8F40C06}"/>
              </a:ext>
            </a:extLst>
          </p:cNvPr>
          <p:cNvSpPr txBox="1"/>
          <p:nvPr/>
        </p:nvSpPr>
        <p:spPr>
          <a:xfrm>
            <a:off x="1105320" y="6114721"/>
            <a:ext cx="4336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경고 목록 테이블의 특정 행 </a:t>
            </a:r>
            <a:r>
              <a:rPr kumimoji="1" lang="ko-KR" altLang="en-US" sz="1000" dirty="0" err="1"/>
              <a:t>선택시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위에 지도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테이블 내용 반영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AC46A7-9C7F-88EE-D395-200CD89A6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09"/>
            <a:ext cx="9720000" cy="510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880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E9DAB-BEDA-1192-838B-413A8FDA8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0DA11B4D-4D3A-7197-DFDA-B9DE7D69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EF5B786-FF67-43AD-1F5B-E8CCCEB58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B6314C-5576-1788-5E79-B4677AF17B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차량 데이터 </a:t>
            </a:r>
            <a:r>
              <a:rPr lang="en-US" altLang="ko-KR" dirty="0">
                <a:solidFill>
                  <a:schemeClr val="tx1"/>
                </a:solidFill>
              </a:rPr>
              <a:t>(1/4)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23312-6AB2-115D-4F14-C97014E127AD}"/>
              </a:ext>
            </a:extLst>
          </p:cNvPr>
          <p:cNvSpPr txBox="1"/>
          <p:nvPr/>
        </p:nvSpPr>
        <p:spPr>
          <a:xfrm>
            <a:off x="344488" y="573205"/>
            <a:ext cx="9468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경고 목록 테이블의 특정 행 선택 후 오른쪽 상단의 버튼 </a:t>
            </a:r>
            <a:r>
              <a:rPr kumimoji="1" lang="en-US" altLang="ko-KR" sz="1000" dirty="0"/>
              <a:t>[</a:t>
            </a:r>
            <a:r>
              <a:rPr kumimoji="1" lang="ko-KR" altLang="en-US" sz="1000" dirty="0"/>
              <a:t>차량 세부정보</a:t>
            </a:r>
            <a:r>
              <a:rPr kumimoji="1" lang="en-US" altLang="ko-KR" sz="1000" dirty="0"/>
              <a:t>]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선택시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해당 차량의 팝업 화면 실행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3D927-2603-BBBE-B7C7-E9D09CD5FFAA}"/>
              </a:ext>
            </a:extLst>
          </p:cNvPr>
          <p:cNvSpPr txBox="1"/>
          <p:nvPr/>
        </p:nvSpPr>
        <p:spPr>
          <a:xfrm>
            <a:off x="1085805" y="6038574"/>
            <a:ext cx="8086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지도 </a:t>
            </a:r>
            <a:r>
              <a:rPr kumimoji="1" lang="en-US" altLang="ko-KR" sz="1000" dirty="0"/>
              <a:t>:</a:t>
            </a:r>
            <a:r>
              <a:rPr kumimoji="1" lang="ko-KR" altLang="en-US" sz="1000" dirty="0"/>
              <a:t> 위도</a:t>
            </a:r>
            <a:r>
              <a:rPr kumimoji="1" lang="en-US" altLang="ko-KR" sz="1000" dirty="0"/>
              <a:t>/</a:t>
            </a:r>
            <a:r>
              <a:rPr kumimoji="1" lang="ko-KR" altLang="en-US" sz="1000" dirty="0"/>
              <a:t>경도 데이터가 없는 경우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‘</a:t>
            </a:r>
            <a:r>
              <a:rPr kumimoji="1" lang="ko-KR" altLang="en-US" sz="1000" dirty="0"/>
              <a:t>차량의 위치 데이터가 없습니다</a:t>
            </a:r>
            <a:r>
              <a:rPr kumimoji="1" lang="en-US" altLang="ko-KR" sz="1000" dirty="0"/>
              <a:t>.’</a:t>
            </a:r>
            <a:r>
              <a:rPr kumimoji="1" lang="ko-KR" altLang="en-US" sz="1000" dirty="0"/>
              <a:t> 표시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2D68BF5-25F4-5A1B-77A0-DDAD0824C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67675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019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F3BA-1BEB-7B64-99C6-11892237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49B9F221-4B9E-813F-FE12-ABC1F6118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4958079-6034-96A1-AE4B-FEEF1B79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8A0E46-D09C-AB10-DDDB-DD7E597DCAE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차량 데이터 </a:t>
            </a:r>
            <a:r>
              <a:rPr lang="en-US" altLang="ko-KR" dirty="0">
                <a:solidFill>
                  <a:schemeClr val="tx1"/>
                </a:solidFill>
              </a:rPr>
              <a:t>(2/4)</a:t>
            </a:r>
            <a:endParaRPr lang="ko-KR" altLang="en-US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D6159B-5AA8-0CB3-1656-6EB36147B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911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13B0B-71E0-F734-FCA9-BFEAC56D6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D2AB5BBA-1C48-C20D-36C6-42D25166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952EABF-84AC-5922-E9B3-99852226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FA9E4F-EC4D-13B0-C0D3-BA10D1ACEE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로그 데이터 </a:t>
            </a:r>
            <a:r>
              <a:rPr lang="en-US" altLang="ko-KR" dirty="0">
                <a:solidFill>
                  <a:schemeClr val="tx1"/>
                </a:solidFill>
              </a:rPr>
              <a:t>(3/4)</a:t>
            </a:r>
            <a:endParaRPr lang="ko-KR" altLang="en-US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81CA24F-D38C-6D6C-0F31-5D9D88F77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" y="875211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272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A664D-41D4-B02F-6A2F-33ABCF580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32E0DCF2-315E-E794-FAE3-56BEA9CD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BARONESS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DD20A45-7C7F-7109-9AED-654D46D6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C4CC-FA40-49E2-BC46-CD2F77884EC1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D30335-1DAF-65CF-6B96-7B37D45F989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차량 상태 상세정보 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 로그 데이터 </a:t>
            </a:r>
            <a:r>
              <a:rPr lang="en-US" altLang="ko-KR" dirty="0">
                <a:solidFill>
                  <a:schemeClr val="tx1"/>
                </a:solidFill>
              </a:rPr>
              <a:t>(4/4)</a:t>
            </a:r>
            <a:endParaRPr lang="ko-KR" altLang="en-US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4DD1FA5-FF99-B890-D109-8D1D967E7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00" y="911425"/>
            <a:ext cx="9720000" cy="51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829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설정 관리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  차량 관리 </a:t>
            </a:r>
            <a:r>
              <a:rPr lang="en-US" altLang="ko-KR" dirty="0"/>
              <a:t>/</a:t>
            </a:r>
            <a:r>
              <a:rPr lang="ko-KR" altLang="en-US" dirty="0"/>
              <a:t> 사양 관리 </a:t>
            </a:r>
            <a:r>
              <a:rPr lang="en-US" altLang="ko-KR" dirty="0"/>
              <a:t>/</a:t>
            </a:r>
            <a:r>
              <a:rPr lang="ko-KR" altLang="en-US" dirty="0"/>
              <a:t> 데이터 관리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프레젠테이션 타이틀 입력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C78F5-D2A0-7DC4-8AE1-26259AD73A58}"/>
              </a:ext>
            </a:extLst>
          </p:cNvPr>
          <p:cNvSpPr txBox="1"/>
          <p:nvPr/>
        </p:nvSpPr>
        <p:spPr>
          <a:xfrm>
            <a:off x="7727183" y="5858187"/>
            <a:ext cx="1778558" cy="371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highlight>
                  <a:srgbClr val="FFFF00"/>
                </a:highlight>
              </a:rPr>
              <a:t>추후 작성 예정</a:t>
            </a:r>
          </a:p>
        </p:txBody>
      </p:sp>
    </p:spTree>
    <p:extLst>
      <p:ext uri="{BB962C8B-B14F-4D97-AF65-F5344CB8AC3E}">
        <p14:creationId xmlns:p14="http://schemas.microsoft.com/office/powerpoint/2010/main" val="2408390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Mobigen Blue">
      <a:dk1>
        <a:srgbClr val="5C666F"/>
      </a:dk1>
      <a:lt1>
        <a:srgbClr val="FFFFFF"/>
      </a:lt1>
      <a:dk2>
        <a:srgbClr val="333D47"/>
      </a:dk2>
      <a:lt2>
        <a:srgbClr val="E7E6E6"/>
      </a:lt2>
      <a:accent1>
        <a:srgbClr val="1976D2"/>
      </a:accent1>
      <a:accent2>
        <a:srgbClr val="2196F3"/>
      </a:accent2>
      <a:accent3>
        <a:srgbClr val="BBDEFB"/>
      </a:accent3>
      <a:accent4>
        <a:srgbClr val="B6B6B6"/>
      </a:accent4>
      <a:accent5>
        <a:srgbClr val="FF4337"/>
      </a:accent5>
      <a:accent6>
        <a:srgbClr val="F9BE00"/>
      </a:accent6>
      <a:hlink>
        <a:srgbClr val="62259D"/>
      </a:hlink>
      <a:folHlink>
        <a:srgbClr val="F9BE00"/>
      </a:folHlink>
    </a:clrScheme>
    <a:fontScheme name="맑은고딕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3596</TotalTime>
  <Words>962</Words>
  <Application>Microsoft Macintosh PowerPoint</Application>
  <PresentationFormat>A4 용지(210x297mm)</PresentationFormat>
  <Paragraphs>156</Paragraphs>
  <Slides>38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2" baseType="lpstr">
      <vt:lpstr>맑은 고딕</vt:lpstr>
      <vt:lpstr>Arial</vt:lpstr>
      <vt:lpstr>Wide Latin</vt:lpstr>
      <vt:lpstr>Office 테마</vt:lpstr>
      <vt:lpstr>BARONESS 화면</vt:lpstr>
      <vt:lpstr>Contents</vt:lpstr>
      <vt:lpstr>1. 대시보드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2. 차량 데이터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3. 경고 목록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4. 설정 관리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Heeyeon</dc:creator>
  <cp:lastModifiedBy>이 혜선</cp:lastModifiedBy>
  <cp:revision>139</cp:revision>
  <dcterms:created xsi:type="dcterms:W3CDTF">2015-03-04T00:34:21Z</dcterms:created>
  <dcterms:modified xsi:type="dcterms:W3CDTF">2026-07-30T06:31:48Z</dcterms:modified>
</cp:coreProperties>
</file>